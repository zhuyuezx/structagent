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6c9IV5V27gbjtPXpf/vKpP88m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a199a7da2_0_26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a199a7da2_0_26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a199a7da2_0_26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a199a7da2_0_13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a199a7da2_0_13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a199a7da2_0_13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a199a7da2_0_6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a199a7da2_0_6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ea199a7da2_0_6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a199a7da2_0_32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a199a7da2_0_32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a199a7da2_0_32:notes"/>
          <p:cNvSpPr txBox="1"/>
          <p:nvPr>
            <p:ph idx="12" type="sldNum"/>
          </p:nvPr>
        </p:nvSpPr>
        <p:spPr>
          <a:xfrm>
            <a:off x="3970338" y="8829675"/>
            <a:ext cx="3038400" cy="4650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22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2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5"/>
          <p:cNvSpPr txBox="1"/>
          <p:nvPr>
            <p:ph idx="2" type="body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5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6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p14:dur="1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type="ctrTitle"/>
          </p:nvPr>
        </p:nvSpPr>
        <p:spPr>
          <a:xfrm>
            <a:off x="274320" y="2011670"/>
            <a:ext cx="85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800">
                <a:solidFill>
                  <a:srgbClr val="2D2A24"/>
                </a:solidFill>
              </a:rPr>
              <a:t>Hongrui Zhang   ·   Kaiying Han   ·   Yaran Yang   ·   Jason Zhu</a:t>
            </a:r>
            <a:endParaRPr/>
          </a:p>
        </p:txBody>
      </p:sp>
      <p:sp>
        <p:nvSpPr>
          <p:cNvPr id="165" name="Google Shape;165;p1"/>
          <p:cNvSpPr txBox="1"/>
          <p:nvPr/>
        </p:nvSpPr>
        <p:spPr>
          <a:xfrm>
            <a:off x="274320" y="365760"/>
            <a:ext cx="8595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StructAgent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74320" y="1554480"/>
            <a:ext cx="8595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A24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D2A24"/>
                </a:solidFill>
                <a:latin typeface="Calibri"/>
                <a:ea typeface="Calibri"/>
                <a:cs typeface="Calibri"/>
                <a:sym typeface="Calibri"/>
              </a:rPr>
              <a:t>Persistent Symbolic UI Representations for Agentic Computer 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274320" y="5852160"/>
            <a:ext cx="8595300" cy="822900"/>
          </a:xfrm>
          <a:prstGeom prst="rect">
            <a:avLst/>
          </a:prstGeom>
          <a:solidFill>
            <a:srgbClr val="DAE5F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One-sentence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2A24"/>
                </a:solidFill>
                <a:latin typeface="Calibri"/>
                <a:ea typeface="Calibri"/>
                <a:cs typeface="Calibri"/>
                <a:sym typeface="Calibri"/>
              </a:rPr>
              <a:t>An agentic framework for closed-UI apps: a persistent symbolic scene graph + a leveled, composable, JSON-defined tool catalog — the LLM plans over structure, not pixels.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944" y="2425143"/>
            <a:ext cx="6092455" cy="3427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a199a7da2_0_2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 / Background / Overall Intro </a:t>
            </a:r>
            <a:endParaRPr/>
          </a:p>
        </p:txBody>
      </p:sp>
      <p:sp>
        <p:nvSpPr>
          <p:cNvPr id="175" name="Google Shape;175;g3ea199a7da2_0_26"/>
          <p:cNvSpPr txBox="1"/>
          <p:nvPr>
            <p:ph idx="1" type="body"/>
          </p:nvPr>
        </p:nvSpPr>
        <p:spPr>
          <a:xfrm>
            <a:off x="457200" y="1600201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-Many software tools lack exposed APIs for automation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- S</a:t>
            </a:r>
            <a:r>
              <a:rPr lang="en-US"/>
              <a:t>creenshot then act -&gt; unreliable and slow for complex multi-step tasks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- Reusable tool abstractions from low-level GUI actions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- Agentic framework for GUI software automation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- Composed tools and LLM planning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a199a7da2_0_13"/>
          <p:cNvSpPr txBox="1"/>
          <p:nvPr>
            <p:ph idx="1" type="body"/>
          </p:nvPr>
        </p:nvSpPr>
        <p:spPr>
          <a:xfrm>
            <a:off x="457200" y="1600201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g3ea199a7da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25" y="1109337"/>
            <a:ext cx="7971149" cy="55078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ea199a7da2_0_13"/>
          <p:cNvSpPr txBox="1"/>
          <p:nvPr>
            <p:ph type="title"/>
          </p:nvPr>
        </p:nvSpPr>
        <p:spPr>
          <a:xfrm>
            <a:off x="457200" y="144939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Capture &amp; Labelling (Add demo video)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a199a7da2_0_6"/>
          <p:cNvSpPr txBox="1"/>
          <p:nvPr>
            <p:ph idx="1" type="body"/>
          </p:nvPr>
        </p:nvSpPr>
        <p:spPr>
          <a:xfrm>
            <a:off x="457200" y="1600201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g3ea199a7da2_0_6"/>
          <p:cNvPicPr preferRelativeResize="0"/>
          <p:nvPr/>
        </p:nvPicPr>
        <p:blipFill rotWithShape="1">
          <a:blip r:embed="rId3">
            <a:alphaModFix/>
          </a:blip>
          <a:srcRect b="0" l="0" r="0" t="7919"/>
          <a:stretch/>
        </p:blipFill>
        <p:spPr>
          <a:xfrm>
            <a:off x="0" y="1493849"/>
            <a:ext cx="9144001" cy="473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ea199a7da2_0_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 &amp; Verify (Add demo video)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a199a7da2_0_3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Frontend Demo (drawio demo video)</a:t>
            </a:r>
            <a:endParaRPr/>
          </a:p>
        </p:txBody>
      </p:sp>
      <p:sp>
        <p:nvSpPr>
          <p:cNvPr id="198" name="Google Shape;198;g3ea199a7da2_0_32"/>
          <p:cNvSpPr txBox="1"/>
          <p:nvPr>
            <p:ph idx="1" type="body"/>
          </p:nvPr>
        </p:nvSpPr>
        <p:spPr>
          <a:xfrm>
            <a:off x="457200" y="1600201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2009-08-25T02:47:59Z</dcterms:created>
  <dc:creator>Manmohan Chandraker</dc:creator>
</cp:coreProperties>
</file>